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03367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9691569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86167576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3637087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184302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5301623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788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3432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77342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4524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63291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316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D9F5AD-4287-689A-56BE-4A8F561C7D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138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447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https://fonts.google.com/share?selection.family=Josefin+Sans:ital,wght@0,100..700;1,100..700</a:t>
            </a:r>
            <a:endParaRPr/>
          </a:p>
        </p:txBody>
      </p:sp>
      <p:sp>
        <p:nvSpPr>
          <p:cNvPr id="188020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8CD67F-9C2D-F269-3980-B0DAAD89C67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68028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24366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https://coolors.co/f7f5ed-161616-fdf9ac-dad68f-3f3f74-505081</a:t>
            </a:r>
            <a:endParaRPr/>
          </a:p>
        </p:txBody>
      </p:sp>
      <p:sp>
        <p:nvSpPr>
          <p:cNvPr id="656202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22499D-CA23-7057-BC1D-7B579C7143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5AF19B-2BC3-A2D8-463D-E5A9624BA3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86248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3061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324817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17421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15384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3412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85471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502923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5613489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44851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56039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862337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711573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473732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87986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8030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7656270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3514064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249646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001788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191478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22269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00755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4104993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5445191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2619284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3256883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9366318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535054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2142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13179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6178808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472064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18868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7948109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562451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58957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870094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4750327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38083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132527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9635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34432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44034512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2718090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06809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040072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79654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254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1815983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8699796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6295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39528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04712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83248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3682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85361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580512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4772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0803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695394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5322616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542687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8408262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TamaGo Styleguide</a:t>
            </a:r>
            <a:endParaRPr lang="en-US"/>
          </a:p>
        </p:txBody>
      </p:sp>
      <p:sp>
        <p:nvSpPr>
          <p:cNvPr id="144631668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Max Moser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0153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Overview</a:t>
            </a:r>
            <a:endParaRPr/>
          </a:p>
        </p:txBody>
      </p:sp>
      <p:sp>
        <p:nvSpPr>
          <p:cNvPr id="7737596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Fonts</a:t>
            </a:r>
            <a:endParaRPr lang="de-DE"/>
          </a:p>
          <a:p>
            <a:pPr>
              <a:defRPr/>
            </a:pPr>
            <a:r>
              <a:rPr lang="de-DE"/>
              <a:t>Colorpallete</a:t>
            </a:r>
            <a:endParaRPr lang="de-DE"/>
          </a:p>
          <a:p>
            <a:pPr>
              <a:defRPr/>
            </a:pPr>
            <a:r>
              <a:rPr lang="de-DE"/>
              <a:t>GUI Elements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51635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Fonts</a:t>
            </a:r>
            <a:endParaRPr/>
          </a:p>
        </p:txBody>
      </p:sp>
      <p:sp>
        <p:nvSpPr>
          <p:cNvPr id="189557077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Normal Text</a:t>
            </a:r>
            <a:endParaRPr lang="de-DE"/>
          </a:p>
          <a:p>
            <a:pPr lvl="1">
              <a:defRPr/>
            </a:pPr>
            <a:r>
              <a:rPr lang="de-DE"/>
              <a:t>Josefin Sans</a:t>
            </a:r>
            <a:endParaRPr lang="de-DE"/>
          </a:p>
          <a:p>
            <a:pPr lvl="1">
              <a:defRPr/>
            </a:pPr>
            <a:r>
              <a:rPr lang="de-DE"/>
              <a:t>Light 300 Italic</a:t>
            </a:r>
            <a:endParaRPr lang="de-DE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de-DE"/>
              <a:t>Headings</a:t>
            </a:r>
            <a:endParaRPr/>
          </a:p>
          <a:p>
            <a:pPr lvl="1">
              <a:defRPr/>
            </a:pPr>
            <a:r>
              <a:rPr lang="de-DE"/>
              <a:t>Light 400</a:t>
            </a:r>
            <a:endParaRPr/>
          </a:p>
        </p:txBody>
      </p:sp>
      <p:pic>
        <p:nvPicPr>
          <p:cNvPr id="8383303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019549" y="1690687"/>
            <a:ext cx="7747047" cy="1728787"/>
          </a:xfrm>
          <a:prstGeom prst="rect">
            <a:avLst/>
          </a:prstGeom>
        </p:spPr>
      </p:pic>
      <p:pic>
        <p:nvPicPr>
          <p:cNvPr id="44744344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078286" y="4125912"/>
            <a:ext cx="5305424" cy="17811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4326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Colorpallete</a:t>
            </a:r>
            <a:endParaRPr lang="en-US"/>
          </a:p>
        </p:txBody>
      </p:sp>
      <p:pic>
        <p:nvPicPr>
          <p:cNvPr id="287076266" name=""/>
          <p:cNvPicPr>
            <a:picLocks noChangeAspect="1"/>
          </p:cNvPicPr>
          <p:nvPr/>
        </p:nvPicPr>
        <p:blipFill rotWithShape="1">
          <a:blip r:embed="rId3"/>
          <a:srcRect l="0" t="15034" r="0" b="7418"/>
          <a:stretch/>
        </p:blipFill>
        <p:spPr bwMode="auto">
          <a:xfrm flipH="0" flipV="0">
            <a:off x="1523999" y="1342231"/>
            <a:ext cx="9143999" cy="5318124"/>
          </a:xfrm>
          <a:prstGeom prst="rect">
            <a:avLst/>
          </a:prstGeom>
        </p:spPr>
      </p:pic>
      <p:sp>
        <p:nvSpPr>
          <p:cNvPr id="1902357664" name=""/>
          <p:cNvSpPr txBox="1"/>
          <p:nvPr/>
        </p:nvSpPr>
        <p:spPr bwMode="auto">
          <a:xfrm rot="16199998" flipH="0" flipV="0">
            <a:off x="1890749" y="1762124"/>
            <a:ext cx="767817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TEXT</a:t>
            </a:r>
            <a:endParaRPr/>
          </a:p>
        </p:txBody>
      </p:sp>
      <p:sp>
        <p:nvSpPr>
          <p:cNvPr id="1361587484" name=""/>
          <p:cNvSpPr txBox="1"/>
          <p:nvPr/>
        </p:nvSpPr>
        <p:spPr bwMode="auto">
          <a:xfrm rot="16199998" flipH="0" flipV="0">
            <a:off x="3448584" y="1762304"/>
            <a:ext cx="767817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>
                <a:solidFill>
                  <a:schemeClr val="bg1"/>
                </a:solidFill>
              </a:rPr>
              <a:t>TEXT</a:t>
            </a:r>
            <a:endParaRPr/>
          </a:p>
        </p:txBody>
      </p:sp>
      <p:sp>
        <p:nvSpPr>
          <p:cNvPr id="2128216187" name=""/>
          <p:cNvSpPr txBox="1"/>
          <p:nvPr/>
        </p:nvSpPr>
        <p:spPr bwMode="auto">
          <a:xfrm rot="16199998" flipH="0" flipV="0">
            <a:off x="3859249" y="2841954"/>
            <a:ext cx="292711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BACKGROUND PRIMARY</a:t>
            </a:r>
            <a:endParaRPr/>
          </a:p>
        </p:txBody>
      </p:sp>
      <p:sp>
        <p:nvSpPr>
          <p:cNvPr id="796931516" name=""/>
          <p:cNvSpPr txBox="1"/>
          <p:nvPr/>
        </p:nvSpPr>
        <p:spPr bwMode="auto">
          <a:xfrm rot="16199998" flipH="0" flipV="0">
            <a:off x="5272124" y="2962672"/>
            <a:ext cx="3168552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BACKGROUND SECONDAY</a:t>
            </a:r>
            <a:endParaRPr/>
          </a:p>
        </p:txBody>
      </p:sp>
      <p:sp>
        <p:nvSpPr>
          <p:cNvPr id="160420621" name=""/>
          <p:cNvSpPr txBox="1"/>
          <p:nvPr/>
        </p:nvSpPr>
        <p:spPr bwMode="auto">
          <a:xfrm rot="16199998" flipH="0" flipV="0">
            <a:off x="8648767" y="2638802"/>
            <a:ext cx="2520813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>
                <a:solidFill>
                  <a:schemeClr val="bg1"/>
                </a:solidFill>
              </a:rPr>
              <a:t>ELEMENTS PRIMARY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39767994" name=""/>
          <p:cNvSpPr txBox="1"/>
          <p:nvPr/>
        </p:nvSpPr>
        <p:spPr bwMode="auto">
          <a:xfrm rot="16199998" flipH="0" flipV="0">
            <a:off x="6908339" y="2842024"/>
            <a:ext cx="29273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>
                <a:solidFill>
                  <a:schemeClr val="bg1"/>
                </a:solidFill>
              </a:rPr>
              <a:t>ELEMENTS SECONDARY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1378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GUI Elements</a:t>
            </a:r>
            <a:endParaRPr/>
          </a:p>
        </p:txBody>
      </p:sp>
      <p:sp>
        <p:nvSpPr>
          <p:cNvPr id="99103196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Rounded corners (4px)</a:t>
            </a:r>
            <a:endParaRPr lang="de-DE"/>
          </a:p>
          <a:p>
            <a:pPr>
              <a:defRPr/>
            </a:pPr>
            <a:r>
              <a:rPr lang="de-DE"/>
              <a:t>Buttons are circles or oval (25px)</a:t>
            </a:r>
            <a:endParaRPr lang="de-DE"/>
          </a:p>
          <a:p>
            <a:pPr>
              <a:defRPr/>
            </a:pPr>
            <a:r>
              <a:rPr lang="de-DE"/>
              <a:t>Textboxes have rounded corners (4px)										</a:t>
            </a:r>
            <a:endParaRPr lang="de-DE"/>
          </a:p>
          <a:p>
            <a:pPr>
              <a:defRPr/>
            </a:pPr>
            <a:endParaRPr lang="de-DE"/>
          </a:p>
          <a:p>
            <a:pPr>
              <a:defRPr/>
            </a:pPr>
            <a:endParaRPr/>
          </a:p>
        </p:txBody>
      </p:sp>
      <p:pic>
        <p:nvPicPr>
          <p:cNvPr id="169341467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729662" y="1417788"/>
            <a:ext cx="2695574" cy="1019174"/>
          </a:xfrm>
          <a:prstGeom prst="rect">
            <a:avLst/>
          </a:prstGeom>
        </p:spPr>
      </p:pic>
      <p:pic>
        <p:nvPicPr>
          <p:cNvPr id="66391049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310562" y="2505074"/>
            <a:ext cx="3533774" cy="9715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ONLYOFFICE/9.3.0.140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2026-04-21T06:50:17Z</dcterms:modified>
</cp:coreProperties>
</file>