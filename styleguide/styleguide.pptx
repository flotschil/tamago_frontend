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67579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048494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1147518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689713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55920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013958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588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9024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196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D9F5AD-4287-689A-56BE-4A8F561C7D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https://fonts.google.com/share?selection.family=Josefin+Sans:ital,wght@0,100..700;1,100..700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8CD67F-9C2D-F269-3980-B0DAAD89C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https://coolors.co/f7f5ed-161616-fdf9ac-dad68f-3f3f74-505081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22499D-CA23-7057-BC1D-7B579C7143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59002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138769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79830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319590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42006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4662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7716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85928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940291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98125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64925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45572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107112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523189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11999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839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40470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45722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04645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44314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0208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02116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78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0518348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197941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913096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438540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8786581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222910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3657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54599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43990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21931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34785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120152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081123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90201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49363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42071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15874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04469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51430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89463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63422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737114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36640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807449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69415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9737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688248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01831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6350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75678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0598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456455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79069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229657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93720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06730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94536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184543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387111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8017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06112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TamaGo Styleguide</a:t>
            </a:r>
            <a:endParaRPr lang="en-US"/>
          </a:p>
        </p:txBody>
      </p:sp>
      <p:sp>
        <p:nvSpPr>
          <p:cNvPr id="190594021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Max Moser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322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Overview</a:t>
            </a:r>
            <a:endParaRPr/>
          </a:p>
        </p:txBody>
      </p:sp>
      <p:sp>
        <p:nvSpPr>
          <p:cNvPr id="8862025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Fonts</a:t>
            </a:r>
            <a:endParaRPr lang="de-DE"/>
          </a:p>
          <a:p>
            <a:pPr>
              <a:defRPr/>
            </a:pPr>
            <a:r>
              <a:rPr lang="de-DE"/>
              <a:t>Colorpallete</a:t>
            </a:r>
            <a:endParaRPr lang="de-DE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3830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Fonts</a:t>
            </a:r>
            <a:endParaRPr/>
          </a:p>
        </p:txBody>
      </p:sp>
      <p:sp>
        <p:nvSpPr>
          <p:cNvPr id="11736370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Normal Text</a:t>
            </a:r>
            <a:endParaRPr lang="de-DE"/>
          </a:p>
          <a:p>
            <a:pPr lvl="1">
              <a:defRPr/>
            </a:pPr>
            <a:r>
              <a:rPr lang="de-DE"/>
              <a:t>Josefin Sans</a:t>
            </a:r>
            <a:endParaRPr lang="de-DE"/>
          </a:p>
          <a:p>
            <a:pPr lvl="1">
              <a:defRPr/>
            </a:pPr>
            <a:r>
              <a:rPr lang="de-DE"/>
              <a:t>Light 300 Italic</a:t>
            </a:r>
            <a:endParaRPr lang="de-DE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de-DE"/>
              <a:t>Headings</a:t>
            </a:r>
            <a:endParaRPr/>
          </a:p>
          <a:p>
            <a:pPr lvl="1">
              <a:defRPr/>
            </a:pPr>
            <a:r>
              <a:rPr lang="de-DE"/>
              <a:t>Light 400</a:t>
            </a:r>
            <a:endParaRPr/>
          </a:p>
        </p:txBody>
      </p:sp>
      <p:pic>
        <p:nvPicPr>
          <p:cNvPr id="10129274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019549" y="1690687"/>
            <a:ext cx="7747047" cy="1728787"/>
          </a:xfrm>
          <a:prstGeom prst="rect">
            <a:avLst/>
          </a:prstGeom>
        </p:spPr>
      </p:pic>
      <p:pic>
        <p:nvPicPr>
          <p:cNvPr id="12000095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078287" y="4125912"/>
            <a:ext cx="5305424" cy="1781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5312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Colorpallete</a:t>
            </a:r>
            <a:endParaRPr lang="en-US"/>
          </a:p>
        </p:txBody>
      </p:sp>
      <p:pic>
        <p:nvPicPr>
          <p:cNvPr id="1430393829" name=""/>
          <p:cNvPicPr>
            <a:picLocks noChangeAspect="1"/>
          </p:cNvPicPr>
          <p:nvPr/>
        </p:nvPicPr>
        <p:blipFill rotWithShape="1">
          <a:blip r:embed="rId3"/>
          <a:srcRect l="0" t="15034" r="0" b="7418"/>
          <a:stretch/>
        </p:blipFill>
        <p:spPr bwMode="auto">
          <a:xfrm flipH="0" flipV="0">
            <a:off x="1523999" y="1342231"/>
            <a:ext cx="9143999" cy="5318124"/>
          </a:xfrm>
          <a:prstGeom prst="rect">
            <a:avLst/>
          </a:prstGeom>
        </p:spPr>
      </p:pic>
      <p:sp>
        <p:nvSpPr>
          <p:cNvPr id="1335068991" name=""/>
          <p:cNvSpPr txBox="1"/>
          <p:nvPr/>
        </p:nvSpPr>
        <p:spPr bwMode="auto">
          <a:xfrm rot="16199999" flipH="0" flipV="0">
            <a:off x="1890749" y="1762124"/>
            <a:ext cx="76781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TEXT</a:t>
            </a:r>
            <a:endParaRPr/>
          </a:p>
        </p:txBody>
      </p:sp>
      <p:sp>
        <p:nvSpPr>
          <p:cNvPr id="809893652" name=""/>
          <p:cNvSpPr txBox="1"/>
          <p:nvPr/>
        </p:nvSpPr>
        <p:spPr bwMode="auto">
          <a:xfrm rot="16199999" flipH="0" flipV="0">
            <a:off x="3448584" y="1762304"/>
            <a:ext cx="76781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>
                <a:solidFill>
                  <a:schemeClr val="bg1"/>
                </a:solidFill>
              </a:rPr>
              <a:t>TEXT</a:t>
            </a:r>
            <a:endParaRPr/>
          </a:p>
        </p:txBody>
      </p:sp>
      <p:sp>
        <p:nvSpPr>
          <p:cNvPr id="31451715" name=""/>
          <p:cNvSpPr txBox="1"/>
          <p:nvPr/>
        </p:nvSpPr>
        <p:spPr bwMode="auto">
          <a:xfrm rot="16199999" flipH="0" flipV="0">
            <a:off x="3859249" y="2841954"/>
            <a:ext cx="292711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BACKGROUND PRIMARY</a:t>
            </a:r>
            <a:endParaRPr/>
          </a:p>
        </p:txBody>
      </p:sp>
      <p:sp>
        <p:nvSpPr>
          <p:cNvPr id="1921595254" name=""/>
          <p:cNvSpPr txBox="1"/>
          <p:nvPr/>
        </p:nvSpPr>
        <p:spPr bwMode="auto">
          <a:xfrm rot="16199999" flipH="0" flipV="0">
            <a:off x="5272124" y="2962672"/>
            <a:ext cx="316855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/>
              <a:t>BACKGROUND SECONDAY</a:t>
            </a:r>
            <a:endParaRPr/>
          </a:p>
        </p:txBody>
      </p:sp>
      <p:sp>
        <p:nvSpPr>
          <p:cNvPr id="350130103" name=""/>
          <p:cNvSpPr txBox="1"/>
          <p:nvPr/>
        </p:nvSpPr>
        <p:spPr bwMode="auto">
          <a:xfrm rot="16199999" flipH="0" flipV="0">
            <a:off x="8648767" y="2638802"/>
            <a:ext cx="252081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>
                <a:solidFill>
                  <a:schemeClr val="bg1"/>
                </a:solidFill>
              </a:rPr>
              <a:t>ELEMENTS PRIMARY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914038021" name=""/>
          <p:cNvSpPr txBox="1"/>
          <p:nvPr/>
        </p:nvSpPr>
        <p:spPr bwMode="auto">
          <a:xfrm rot="16199998" flipH="0" flipV="0">
            <a:off x="6908339" y="2842024"/>
            <a:ext cx="29273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de-DE">
                <a:solidFill>
                  <a:schemeClr val="bg1"/>
                </a:solidFill>
              </a:rPr>
              <a:t>ELEMENTS SECONDARY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ONLYOFFICE/9.3.0.140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2026-04-14T12:20:52Z</dcterms:modified>
</cp:coreProperties>
</file>